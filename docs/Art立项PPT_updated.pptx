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16"/>
    <p:sldId id="266" r:id="rId1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D5A8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98C1D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25603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8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驱动的任务管理微信bot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用微信消息创建任务 · AI自动解析 · 闭环管理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项目立项 · 2026-05-20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56616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项目名称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微信里的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AI执行力教练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一句话介绍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291840"/>
            <a:ext cx="2194560" cy="36576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630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自然语言建任务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AI自动解析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微信内完成闭环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2194560" cy="36576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834640"/>
            <a:ext cx="7498080" cy="137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目标用户：小型团队负责人（1-10人）、身兼多职的技术管理者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差异化：微信即终端 + 多角色标签 + AI原生规划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小型团队负责人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1-10人团队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需要快速记录任务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不想打开专门App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65760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任务跨角色切换频繁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023360" cy="64008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🧑‍💻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个人用户（技术管理者）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身兼多职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237744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+ Committer + PM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301752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每天处理跨角色任务流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3657600"/>
            <a:ext cx="54864" cy="4114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需要快速捕获和智能规划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关键功能点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8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来自评审确认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109728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097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自然语言任务创建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解析意图，自动提取标题、优先级、预估时长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0" y="109728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097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三级降级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AI分析 → 规则分析 → 返回默认意图图谱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2423160"/>
            <a:ext cx="7772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423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子任务自动分解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复杂任务自动拆分多个子任务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63840" y="242316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423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33172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截止日期 / 提醒设置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自然语言指定时间，自动创建提醒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374904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749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微信消息双向同步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微信消息↔任务，双向实时同步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63840" y="3749040"/>
            <a:ext cx="77724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3749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657600"/>
            <a:ext cx="64008" cy="118872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查看 / 管理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93776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按角色筛选，查看和管理所有任务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685800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05156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1051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TypeScript + Pinia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0" cy="6858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87452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8745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SQLAlchemy 2.0 + SQLite (→ PostgreSQL)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3716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269748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26974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(默认) · OpenAI GPT-4o (备选) · 支持多模型切换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3716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352044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0" y="35204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(7200s 过期)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371600" cy="6858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43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0" y="4343400"/>
            <a:ext cx="6858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11680" y="43434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企业微信测试号 · Phase 2: 钉钉/Slack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数据库：SQLite (Phase1) → PostgreSQL (Phase3) · JWT 认证 · Redis 缓存 (Phase3)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关键里程碑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749808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240280"/>
            <a:ext cx="329184" cy="32918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743200" cy="1143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核心闭环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 ↔ 任务 ↔ AI 解析闭环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角色/任务 CRUD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企业微信测试号接入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端任务列表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914400" cy="292608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329184" cy="329184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960120"/>
            <a:ext cx="2743200" cy="1143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规划智能化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274320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每日时间块规划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315468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角色自动推断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356616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多渠道接入（钉钉/Slack）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0440" y="397764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完善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914400" cy="292608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待启动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22402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960120"/>
            <a:ext cx="274320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外部集成 + 多用户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274320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Linear/GitHub 集成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31546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→ PostgreSQL 迁移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5661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62940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缓存 + 通知队列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39776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多租户支持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4526280"/>
            <a:ext cx="914400" cy="292608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现有问题进展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错误处理规范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已修复：API错误响应格式+HTTP状态码约定已明确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覆盖律目标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已补充：&gt;70%（P0 100%）写入 technical-plan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微信号测试号申请流程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已补充：个人测试号申请流程已写入方案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模式简化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待验证：Phase 1 开发时决定（已有简化方案）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四方评审一致确认：技术栈 · 分层架构 · AI三级降级 · 数据库schema+索引 · JWT认证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团队与分工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54864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项目节奏掌控 · 立项主持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76272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76272" y="1051560"/>
            <a:ext cx="15544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76272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67712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技术方案把关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95344" y="1051560"/>
            <a:ext cx="1554480" cy="54864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95344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86784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开发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4416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14416" y="1051560"/>
            <a:ext cx="1554480" cy="5486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14416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05856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代码评审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051560"/>
            <a:ext cx="1554480" cy="548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33488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24928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测试方案执行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主持立项评审 → Architect 输出技术方案 → Coder 按 Phase 开发 → Reviewer 代码评审 → QA 测试验证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3D5A8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97280" cy="64008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64592" cy="164592"/>
          </a:xfrm>
          <a:prstGeom prst="ellipse">
            <a:avLst/>
          </a:prstGeom>
          <a:solidFill>
            <a:srgbClr val="E8B8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 10/12 项通过，2 项有条件通过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64592" cy="164592"/>
          </a:xfrm>
          <a:prstGeom prst="ellipse">
            <a:avLst/>
          </a:prstGeom>
          <a:solidFill>
            <a:srgbClr val="E8B8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测试方案核心框架通过，覆盖律目标待写入 technical-plan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64592" cy="164592"/>
          </a:xfrm>
          <a:prstGeom prst="ellipse">
            <a:avLst/>
          </a:prstGeom>
          <a:solidFill>
            <a:srgbClr val="E8B8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开发启动：骨架 + 角色/任务 CRUD + 微信 Webhook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114800" cy="64008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开发 · 正式启动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项目组 · 2026-05-20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关键里程碑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749808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240280"/>
            <a:ext cx="329184" cy="32918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743200" cy="1143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核心闭环 · Week 1-4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周 (Week 1-4)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 骨架+角色/任务CRUD+微信接入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3-4: AI解析+微信推送+Web列表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MVP上线·内部测试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单测覆盖率 &gt;70% (P0 100%)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914400" cy="292608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329184" cy="329184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960120"/>
            <a:ext cx="2743200" cy="114300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规划智能化 · Week 5-8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274320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5-8: AI每日规划+角色推断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315468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AI优先级推荐·增量重规划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356616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多渠道接入（钉钉/Slack）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0440" y="3977640"/>
            <a:ext cx="109728" cy="109728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32" name="Text 30"/>
          <p:cNvSpPr/>
          <p:nvPr/>
        </p:nvSpPr>
        <p:spPr>
          <a:xfrm>
            <a:off x="370332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完善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914400" cy="292608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待启动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22402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960120"/>
            <a:ext cx="274320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外部集成 + 多用户 · Week 9-14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274320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2679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9-14: Linear/GitHub集成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31546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→ PostgreSQL迁移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5661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62940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Redis缓存·通知队列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39776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多租户支持·PWA适配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4526280"/>
            <a:ext cx="914400" cy="292608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526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人力预算与投资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54864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4周·MVP闭环
骨架+CRUD+AI+推送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76272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76272" y="1051560"/>
            <a:ext cx="15544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76272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67712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4周·AI智能化
时间块+角色推断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95344" y="1051560"/>
            <a:ext cx="1554480" cy="54864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95344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86784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6周·集成+多租户
Linear/GH+PG迁移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4416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14416" y="1051560"/>
            <a:ext cx="1554480" cy="5486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14416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总人力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05856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总计约 392h
(后端120h+前端80h)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10515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051560"/>
            <a:ext cx="1554480" cy="548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33488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24928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单测&gt;70%
P0覆盖率100%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E8B8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阶段流程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1(MVP)→Phase 2(AI)→Phase 3(集成)→验收上线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项目立项 PPT</dc:title>
  <dc:subject>PptxGenJS Presentation</dc:subject>
  <dc:creator>PM</dc:creator>
  <cp:lastModifiedBy>PM</cp:lastModifiedBy>
  <cp:revision>1</cp:revision>
  <dcterms:created xsi:type="dcterms:W3CDTF">2026-05-20T11:12:49Z</dcterms:created>
  <dcterms:modified xsi:type="dcterms:W3CDTF">2026-05-20T11:12:49Z</dcterms:modified>
</cp:coreProperties>
</file>