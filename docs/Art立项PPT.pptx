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029200" cy="50292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3D5A80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3657600"/>
            <a:ext cx="2743200" cy="2743200"/>
          </a:xfrm>
          <a:prstGeom prst="ellipse">
            <a:avLst/>
          </a:prstGeom>
          <a:solidFill>
            <a:srgbClr val="98C1D9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280160"/>
            <a:ext cx="73152" cy="2560320"/>
          </a:xfrm>
          <a:prstGeom prst="rect">
            <a:avLst/>
          </a:prstGeom>
          <a:solidFill>
            <a:srgbClr val="E8B84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8016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Art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98C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驱动的任务管理微信bot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用微信消息创建任务 · AI自动解析 · 闭环管理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4480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项目立项 · 2026-05-20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项目概述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3566160"/>
          </a:xfrm>
          <a:prstGeom prst="rect">
            <a:avLst/>
          </a:prstGeom>
          <a:solidFill>
            <a:srgbClr val="E8B84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716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Art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阿特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项目名称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66160" y="14630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微信里的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AI执行力教练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566160" y="2926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一句话介绍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66160" y="3291840"/>
            <a:ext cx="2194560" cy="36576"/>
          </a:xfrm>
          <a:prstGeom prst="rect">
            <a:avLst/>
          </a:prstGeom>
          <a:solidFill>
            <a:srgbClr val="E8B84A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14630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自然语言建任务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AI自动解析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微信内完成闭环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309360" y="2926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核心价值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3291840"/>
            <a:ext cx="2194560" cy="36576"/>
          </a:xfrm>
          <a:prstGeom prst="rect">
            <a:avLst/>
          </a:prstGeom>
          <a:solidFill>
            <a:srgbClr val="E8B84A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2834640"/>
            <a:ext cx="7498080" cy="13716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0632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目标用户：小型团队负责人（1-10人）、身兼多职的技术管理者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35204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差异化：微信即终端 + 多角色标签 + AI原生规划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目标用户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402336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👥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88720" y="1188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小型团队负责人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85800" y="1920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B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1-10人团队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2377440"/>
            <a:ext cx="54864" cy="411480"/>
          </a:xfrm>
          <a:prstGeom prst="rect">
            <a:avLst/>
          </a:prstGeom>
          <a:solidFill>
            <a:srgbClr val="E8B84A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3774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需要快速记录任务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3017520"/>
            <a:ext cx="54864" cy="411480"/>
          </a:xfrm>
          <a:prstGeom prst="rect">
            <a:avLst/>
          </a:prstGeom>
          <a:solidFill>
            <a:srgbClr val="E8B84A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0175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不想打开专门App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3657600"/>
            <a:ext cx="54864" cy="411480"/>
          </a:xfrm>
          <a:prstGeom prst="rect">
            <a:avLst/>
          </a:prstGeom>
          <a:solidFill>
            <a:srgbClr val="E8B84A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6576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任务跨角色切换频繁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0" y="1097280"/>
            <a:ext cx="40233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097280"/>
            <a:ext cx="4023360" cy="640080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🧑‍💻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486400" y="1188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个人用户（技术管理者）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983480" y="1920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B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身兼多职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983480" y="2377440"/>
            <a:ext cx="54864" cy="411480"/>
          </a:xfrm>
          <a:prstGeom prst="rect">
            <a:avLst/>
          </a:prstGeom>
          <a:solidFill>
            <a:srgbClr val="E8B84A"/>
          </a:solidFill>
          <a:ln/>
        </p:spPr>
      </p:sp>
      <p:sp>
        <p:nvSpPr>
          <p:cNvPr id="21" name="Text 19"/>
          <p:cNvSpPr/>
          <p:nvPr/>
        </p:nvSpPr>
        <p:spPr>
          <a:xfrm>
            <a:off x="5166360" y="23774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Lead + Committer + PM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983480" y="3017520"/>
            <a:ext cx="54864" cy="411480"/>
          </a:xfrm>
          <a:prstGeom prst="rect">
            <a:avLst/>
          </a:prstGeom>
          <a:solidFill>
            <a:srgbClr val="E8B84A"/>
          </a:solidFill>
          <a:ln/>
        </p:spPr>
      </p:sp>
      <p:sp>
        <p:nvSpPr>
          <p:cNvPr id="23" name="Text 21"/>
          <p:cNvSpPr/>
          <p:nvPr/>
        </p:nvSpPr>
        <p:spPr>
          <a:xfrm>
            <a:off x="5166360" y="30175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每天处理跨角色任务流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983480" y="3657600"/>
            <a:ext cx="54864" cy="411480"/>
          </a:xfrm>
          <a:prstGeom prst="rect">
            <a:avLst/>
          </a:prstGeom>
          <a:solidFill>
            <a:srgbClr val="E8B84A"/>
          </a:solidFill>
          <a:ln/>
        </p:spPr>
      </p:sp>
      <p:sp>
        <p:nvSpPr>
          <p:cNvPr id="25" name="Text 23"/>
          <p:cNvSpPr/>
          <p:nvPr/>
        </p:nvSpPr>
        <p:spPr>
          <a:xfrm>
            <a:off x="5166360" y="36576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需要快速捕获和智能规划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关键功能点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0" y="228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8C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来自评审确认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566160" y="1097280"/>
            <a:ext cx="777240" cy="292608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7" name="Text 5"/>
          <p:cNvSpPr/>
          <p:nvPr/>
        </p:nvSpPr>
        <p:spPr>
          <a:xfrm>
            <a:off x="3566160" y="109728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005840"/>
            <a:ext cx="64008" cy="1188720"/>
          </a:xfrm>
          <a:prstGeom prst="rect">
            <a:avLst/>
          </a:prstGeom>
          <a:solidFill>
            <a:srgbClr val="E8B84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143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自然语言任务创建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15544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解析意图，自动提取标题、优先级、预估时长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863840" y="1097280"/>
            <a:ext cx="777240" cy="292608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0" y="109728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005840"/>
            <a:ext cx="64008" cy="1188720"/>
          </a:xfrm>
          <a:prstGeom prst="rect">
            <a:avLst/>
          </a:prstGeom>
          <a:solidFill>
            <a:srgbClr val="E8B84A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143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三级降级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37760" y="15544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AI分析 → 规则分析 → 返回默认意图图谱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33172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566160" y="2423160"/>
            <a:ext cx="777240" cy="2926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3566160" y="242316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331720"/>
            <a:ext cx="64008" cy="1188720"/>
          </a:xfrm>
          <a:prstGeom prst="rect">
            <a:avLst/>
          </a:prstGeom>
          <a:solidFill>
            <a:srgbClr val="E8B84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468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子任务自动分解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" y="28803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复杂任务自动拆分多个子任务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233172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863840" y="2423160"/>
            <a:ext cx="777240" cy="292608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25" name="Text 23"/>
          <p:cNvSpPr/>
          <p:nvPr/>
        </p:nvSpPr>
        <p:spPr>
          <a:xfrm>
            <a:off x="7863840" y="242316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2331720"/>
            <a:ext cx="64008" cy="1188720"/>
          </a:xfrm>
          <a:prstGeom prst="rect">
            <a:avLst/>
          </a:prstGeom>
          <a:solidFill>
            <a:srgbClr val="E8B84A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2468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截止日期 / 提醒设置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937760" y="28803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自然语言指定时间，自动创建提醒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365760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566160" y="3749040"/>
            <a:ext cx="777240" cy="292608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31" name="Text 29"/>
          <p:cNvSpPr/>
          <p:nvPr/>
        </p:nvSpPr>
        <p:spPr>
          <a:xfrm>
            <a:off x="3566160" y="374904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3657600"/>
            <a:ext cx="64008" cy="1188720"/>
          </a:xfrm>
          <a:prstGeom prst="rect">
            <a:avLst/>
          </a:prstGeom>
          <a:solidFill>
            <a:srgbClr val="E8B84A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3794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微信消息双向同步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40080" y="42062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微信消息↔任务，双向实时同步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754880" y="365760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863840" y="3749040"/>
            <a:ext cx="777240" cy="292608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37" name="Text 35"/>
          <p:cNvSpPr/>
          <p:nvPr/>
        </p:nvSpPr>
        <p:spPr>
          <a:xfrm>
            <a:off x="7863840" y="374904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54880" y="3657600"/>
            <a:ext cx="64008" cy="1188720"/>
          </a:xfrm>
          <a:prstGeom prst="rect">
            <a:avLst/>
          </a:prstGeom>
          <a:solidFill>
            <a:srgbClr val="E8B84A"/>
          </a:solidFill>
          <a:ln/>
        </p:spPr>
      </p:sp>
      <p:sp>
        <p:nvSpPr>
          <p:cNvPr id="39" name="Text 37"/>
          <p:cNvSpPr/>
          <p:nvPr/>
        </p:nvSpPr>
        <p:spPr>
          <a:xfrm>
            <a:off x="4937760" y="3794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UI 查看 / 管理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4937760" y="42062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按角色筛选，查看和管理所有任务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技术架构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371600" cy="685800"/>
          </a:xfrm>
          <a:prstGeom prst="rect">
            <a:avLst/>
          </a:prstGeom>
          <a:solidFill>
            <a:srgbClr val="98C1D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828800" y="1051560"/>
            <a:ext cx="68580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011680" y="105156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3 + TypeScript + Pinia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1371600" cy="685800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8745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828800" y="1874520"/>
            <a:ext cx="68580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11680" y="187452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+ SQLAlchemy 2.0 + SQLite (→ PostgreSQL)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13716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6974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828800" y="2697480"/>
            <a:ext cx="68580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011680" y="269748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MiniMax (默认) · OpenAI GPT-4o (备选) · 支持多模型切换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520440"/>
            <a:ext cx="1371600" cy="6858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5204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认证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828800" y="3520440"/>
            <a:ext cx="68580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011680" y="352044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Token (7200s 过期)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4343400"/>
            <a:ext cx="1371600" cy="685800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34340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集成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828800" y="4343400"/>
            <a:ext cx="68580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011680" y="434340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企业微信测试号 · Phase 2: 钉钉/Slack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5074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数据库：SQLite (Phase1) → PostgreSQL (Phase3) · JWT 认证 · Redis 缓存 (Phase3)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关键里程碑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749808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1737360" y="2240280"/>
            <a:ext cx="329184" cy="329184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960120"/>
            <a:ext cx="2743200" cy="114300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核心闭环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7190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4-6 周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2743200"/>
            <a:ext cx="109728" cy="109728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6791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微信 ↔ 任务 ↔ AI 解析闭环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3154680"/>
            <a:ext cx="109728" cy="109728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0906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角色/任务 CRUD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3566160"/>
            <a:ext cx="109728" cy="109728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5021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企业微信测试号接入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" y="3977640"/>
            <a:ext cx="109728" cy="109728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9136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端任务列表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526280"/>
            <a:ext cx="914400" cy="292608"/>
          </a:xfrm>
          <a:prstGeom prst="rect">
            <a:avLst/>
          </a:prstGeom>
          <a:solidFill>
            <a:srgbClr val="E8B84A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5262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进行中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2240280"/>
            <a:ext cx="329184" cy="329184"/>
          </a:xfrm>
          <a:prstGeom prst="ellipse">
            <a:avLst/>
          </a:prstGeom>
          <a:solidFill>
            <a:srgbClr val="3D5A80"/>
          </a:solidFill>
          <a:ln/>
        </p:spPr>
      </p:sp>
      <p:sp>
        <p:nvSpPr>
          <p:cNvPr id="21" name="Shape 19"/>
          <p:cNvSpPr/>
          <p:nvPr/>
        </p:nvSpPr>
        <p:spPr>
          <a:xfrm>
            <a:off x="3383280" y="960120"/>
            <a:ext cx="2743200" cy="1143000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22" name="Text 20"/>
          <p:cNvSpPr/>
          <p:nvPr/>
        </p:nvSpPr>
        <p:spPr>
          <a:xfrm>
            <a:off x="3383280" y="1005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38328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规划智能化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83280" y="17190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周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520440" y="2743200"/>
            <a:ext cx="109728" cy="109728"/>
          </a:xfrm>
          <a:prstGeom prst="ellipse">
            <a:avLst/>
          </a:prstGeom>
          <a:solidFill>
            <a:srgbClr val="3D5A80"/>
          </a:solidFill>
          <a:ln/>
        </p:spPr>
      </p:sp>
      <p:sp>
        <p:nvSpPr>
          <p:cNvPr id="26" name="Text 24"/>
          <p:cNvSpPr/>
          <p:nvPr/>
        </p:nvSpPr>
        <p:spPr>
          <a:xfrm>
            <a:off x="3703320" y="26791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每日时间块规划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520440" y="3154680"/>
            <a:ext cx="109728" cy="109728"/>
          </a:xfrm>
          <a:prstGeom prst="ellipse">
            <a:avLst/>
          </a:prstGeom>
          <a:solidFill>
            <a:srgbClr val="3D5A80"/>
          </a:solidFill>
          <a:ln/>
        </p:spPr>
      </p:sp>
      <p:sp>
        <p:nvSpPr>
          <p:cNvPr id="28" name="Text 26"/>
          <p:cNvSpPr/>
          <p:nvPr/>
        </p:nvSpPr>
        <p:spPr>
          <a:xfrm>
            <a:off x="3703320" y="30906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角色自动推断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520440" y="3566160"/>
            <a:ext cx="109728" cy="109728"/>
          </a:xfrm>
          <a:prstGeom prst="ellipse">
            <a:avLst/>
          </a:prstGeom>
          <a:solidFill>
            <a:srgbClr val="3D5A80"/>
          </a:solidFill>
          <a:ln/>
        </p:spPr>
      </p:sp>
      <p:sp>
        <p:nvSpPr>
          <p:cNvPr id="30" name="Text 28"/>
          <p:cNvSpPr/>
          <p:nvPr/>
        </p:nvSpPr>
        <p:spPr>
          <a:xfrm>
            <a:off x="3703320" y="35021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多渠道接入（钉钉/Slack）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520440" y="3977640"/>
            <a:ext cx="109728" cy="109728"/>
          </a:xfrm>
          <a:prstGeom prst="ellipse">
            <a:avLst/>
          </a:prstGeom>
          <a:solidFill>
            <a:srgbClr val="3D5A80"/>
          </a:solidFill>
          <a:ln/>
        </p:spPr>
      </p:sp>
      <p:sp>
        <p:nvSpPr>
          <p:cNvPr id="32" name="Text 30"/>
          <p:cNvSpPr/>
          <p:nvPr/>
        </p:nvSpPr>
        <p:spPr>
          <a:xfrm>
            <a:off x="3703320" y="39136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UI 完善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474720" y="4526280"/>
            <a:ext cx="914400" cy="292608"/>
          </a:xfrm>
          <a:prstGeom prst="rect">
            <a:avLst/>
          </a:prstGeom>
          <a:solidFill>
            <a:srgbClr val="6B7FA3"/>
          </a:solidFill>
          <a:ln/>
        </p:spPr>
      </p:sp>
      <p:sp>
        <p:nvSpPr>
          <p:cNvPr id="34" name="Text 32"/>
          <p:cNvSpPr/>
          <p:nvPr/>
        </p:nvSpPr>
        <p:spPr>
          <a:xfrm>
            <a:off x="3474720" y="45262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待启动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589520" y="22402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6" name="Shape 34"/>
          <p:cNvSpPr/>
          <p:nvPr/>
        </p:nvSpPr>
        <p:spPr>
          <a:xfrm>
            <a:off x="6309360" y="960120"/>
            <a:ext cx="2743200" cy="1143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7" name="Text 35"/>
          <p:cNvSpPr/>
          <p:nvPr/>
        </p:nvSpPr>
        <p:spPr>
          <a:xfrm>
            <a:off x="6309360" y="1005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30936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外部集成 + 多用户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309360" y="17190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周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46520" y="2743200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1" name="Text 39"/>
          <p:cNvSpPr/>
          <p:nvPr/>
        </p:nvSpPr>
        <p:spPr>
          <a:xfrm>
            <a:off x="6629400" y="26791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Linear/GitHub 集成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446520" y="3154680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3" name="Text 41"/>
          <p:cNvSpPr/>
          <p:nvPr/>
        </p:nvSpPr>
        <p:spPr>
          <a:xfrm>
            <a:off x="6629400" y="30906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→ PostgreSQL 迁移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46520" y="3566160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5" name="Text 43"/>
          <p:cNvSpPr/>
          <p:nvPr/>
        </p:nvSpPr>
        <p:spPr>
          <a:xfrm>
            <a:off x="6629400" y="35021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缓存 + 通知队列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446520" y="3977640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7" name="Text 45"/>
          <p:cNvSpPr/>
          <p:nvPr/>
        </p:nvSpPr>
        <p:spPr>
          <a:xfrm>
            <a:off x="6629400" y="39136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多租户支持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400800" y="4526280"/>
            <a:ext cx="914400" cy="292608"/>
          </a:xfrm>
          <a:prstGeom prst="rect">
            <a:avLst/>
          </a:prstGeom>
          <a:solidFill>
            <a:srgbClr val="6B7FA3"/>
          </a:solidFill>
          <a:ln/>
        </p:spPr>
      </p:sp>
      <p:sp>
        <p:nvSpPr>
          <p:cNvPr id="49" name="Text 47"/>
          <p:cNvSpPr/>
          <p:nvPr/>
        </p:nvSpPr>
        <p:spPr>
          <a:xfrm>
            <a:off x="6400800" y="45262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规划中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现有问题进展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34440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1430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错误处理规范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150876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已修复：API错误响应格式+HTTP状态码约定已明确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194560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21031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覆盖律目标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24688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已补充：&gt;70%（P0 100%）写入 technical-plan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30632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微信号测试号申请流程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34290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已补充：个人测试号申请流程已写入方案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411480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◔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80160" y="40233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模式简化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43891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待验证：Phase 1 开发时决定（已有简化方案）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四方评审一致确认：技术栈 · 分层架构 · AI三级降级 · 数据库schema+索引 · JWT认证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团队与分工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554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1554480" cy="548640"/>
          </a:xfrm>
          <a:prstGeom prst="rect">
            <a:avLst/>
          </a:prstGeom>
          <a:solidFill>
            <a:srgbClr val="E8B8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项目节奏掌控 · 立项主持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76272" y="1051560"/>
            <a:ext cx="1554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176272" y="1051560"/>
            <a:ext cx="155448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2176272" y="10972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🏗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176272" y="1691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267712" y="219456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技术方案把关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95344" y="1051560"/>
            <a:ext cx="1554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95344" y="1051560"/>
            <a:ext cx="1554480" cy="548640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16" name="Text 14"/>
          <p:cNvSpPr/>
          <p:nvPr/>
        </p:nvSpPr>
        <p:spPr>
          <a:xfrm>
            <a:off x="3895344" y="10972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💻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895344" y="1691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986784" y="219456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开发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14416" y="1051560"/>
            <a:ext cx="1554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614416" y="1051560"/>
            <a:ext cx="1554480" cy="548640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21" name="Text 19"/>
          <p:cNvSpPr/>
          <p:nvPr/>
        </p:nvSpPr>
        <p:spPr>
          <a:xfrm>
            <a:off x="5614416" y="10972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614416" y="1691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705856" y="219456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代码评审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33488" y="1051560"/>
            <a:ext cx="1554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33488" y="1051560"/>
            <a:ext cx="1554480" cy="54864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26" name="Text 24"/>
          <p:cNvSpPr/>
          <p:nvPr/>
        </p:nvSpPr>
        <p:spPr>
          <a:xfrm>
            <a:off x="7333488" y="10972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7333488" y="1691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424928" y="219456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测试方案执行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3840480"/>
            <a:ext cx="64008" cy="1005840"/>
          </a:xfrm>
          <a:prstGeom prst="rect">
            <a:avLst/>
          </a:prstGeom>
          <a:solidFill>
            <a:srgbClr val="E8B84A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工作流程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85800" y="4297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主持立项评审 → Architect 输出技术方案 → Coder 按 Phase 开发 → Reviewer 代码评审 → QA 测试验证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2743200"/>
            <a:ext cx="5486400" cy="5486400"/>
          </a:xfrm>
          <a:prstGeom prst="ellipse">
            <a:avLst/>
          </a:prstGeom>
          <a:solidFill>
            <a:srgbClr val="1E2761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1828800"/>
            <a:ext cx="4572000" cy="4572000"/>
          </a:xfrm>
          <a:prstGeom prst="ellipse">
            <a:avLst/>
          </a:prstGeom>
          <a:solidFill>
            <a:srgbClr val="3D5A8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下一步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097280" cy="64008"/>
          </a:xfrm>
          <a:prstGeom prst="rect">
            <a:avLst/>
          </a:prstGeom>
          <a:solidFill>
            <a:srgbClr val="E8B84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011680"/>
            <a:ext cx="164592" cy="164592"/>
          </a:xfrm>
          <a:prstGeom prst="ellipse">
            <a:avLst/>
          </a:prstGeom>
          <a:solidFill>
            <a:srgbClr val="E8B84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9202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技术方案 10/12 项通过，2 项有条件通过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164592" cy="164592"/>
          </a:xfrm>
          <a:prstGeom prst="ellipse">
            <a:avLst/>
          </a:prstGeom>
          <a:solidFill>
            <a:srgbClr val="E8B84A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5146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测试方案核心框架通过，覆盖律目标待写入 technical-plan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164592" cy="164592"/>
          </a:xfrm>
          <a:prstGeom prst="ellipse">
            <a:avLst/>
          </a:prstGeom>
          <a:solidFill>
            <a:srgbClr val="E8B84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1089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开发启动：骨架 + 角色/任务 CRUD + 微信 Webhook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4114800" cy="640080"/>
          </a:xfrm>
          <a:prstGeom prst="rect">
            <a:avLst/>
          </a:prstGeom>
          <a:solidFill>
            <a:srgbClr val="E8B84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9319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开发 · 正式启动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" y="47548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项目组 · 2026-05-20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 项目立项 PPT</dc:title>
  <dc:subject>PptxGenJS Presentation</dc:subject>
  <dc:creator>PM</dc:creator>
  <cp:lastModifiedBy>PM</cp:lastModifiedBy>
  <cp:revision>1</cp:revision>
  <dcterms:created xsi:type="dcterms:W3CDTF">2026-05-20T11:12:49Z</dcterms:created>
  <dcterms:modified xsi:type="dcterms:W3CDTF">2026-05-20T11:12:49Z</dcterms:modified>
</cp:coreProperties>
</file>